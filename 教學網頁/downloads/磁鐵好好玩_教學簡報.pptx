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12.jpg"/><Relationship Id="rId9" Type="http://schemas.openxmlformats.org/officeDocument/2006/relationships/image" Target="../media/image1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10.jpg"/><Relationship Id="rId5" Type="http://schemas.openxmlformats.org/officeDocument/2006/relationships/image" Target="../media/image12.jpg"/><Relationship Id="rId6" Type="http://schemas.openxmlformats.org/officeDocument/2006/relationships/image" Target="../media/image6.jpg"/><Relationship Id="rId7" Type="http://schemas.openxmlformats.org/officeDocument/2006/relationships/image" Target="../media/image9.jpg"/><Relationship Id="rId8" Type="http://schemas.openxmlformats.org/officeDocument/2006/relationships/image" Target="../media/image11.jpg"/><Relationship Id="rId9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0.jpg"/><Relationship Id="rId4" Type="http://schemas.openxmlformats.org/officeDocument/2006/relationships/image" Target="../media/image41.jpg"/><Relationship Id="rId5" Type="http://schemas.openxmlformats.org/officeDocument/2006/relationships/image" Target="../media/image42.jpg"/><Relationship Id="rId6" Type="http://schemas.openxmlformats.org/officeDocument/2006/relationships/image" Target="../media/image4.jpg"/><Relationship Id="rId7" Type="http://schemas.openxmlformats.org/officeDocument/2006/relationships/image" Target="../media/image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Relationship Id="rId6" Type="http://schemas.openxmlformats.org/officeDocument/2006/relationships/image" Target="../media/image47.jpg"/><Relationship Id="rId7" Type="http://schemas.openxmlformats.org/officeDocument/2006/relationships/image" Target="../media/image48.jpg"/><Relationship Id="rId8" Type="http://schemas.openxmlformats.org/officeDocument/2006/relationships/image" Target="../media/image49.jpg"/><Relationship Id="rId9" Type="http://schemas.openxmlformats.org/officeDocument/2006/relationships/image" Target="../media/image5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翰林版｜三年級上學期｜自然科學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6583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66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磁鐵好好玩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246120"/>
            <a:ext cx="237744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第 2 單元｜4 節課｜磁力・磁極・生活應用</a:t>
            </a:r>
          </a:p>
        </p:txBody>
      </p:sp>
      <p:pic>
        <p:nvPicPr>
          <p:cNvPr id="7" name="Picture 6" descr="m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660882"/>
            <a:ext cx="3291840" cy="2713274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22960" y="57607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115 學年度　10/26、10/29、11/2、11/5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這 4 節課，我們要一起做這些事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10515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37943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09928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10/26 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7568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磁鐵能吸引什麼？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9293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預測 → 實驗 → 歸納「鐵製品」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70632"/>
            <a:ext cx="10515600" cy="1024128"/>
          </a:xfrm>
          <a:prstGeom prst="roundRect">
            <a:avLst/>
          </a:prstGeom>
          <a:solidFill>
            <a:srgbClr val="F3EEE1"/>
          </a:solidFill>
          <a:ln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0837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803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10/29 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4612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磁力有多大？磁極在哪裡？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09981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兩端最強、越遠越弱、找出 N／S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41064"/>
            <a:ext cx="10515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7880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5079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11/2 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16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同極相斥、異極相吸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27024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相斥相吸、磁鐵會指南北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11496"/>
            <a:ext cx="10515600" cy="1024128"/>
          </a:xfrm>
          <a:prstGeom prst="roundRect">
            <a:avLst/>
          </a:prstGeom>
          <a:solidFill>
            <a:srgbClr val="F3EEE1"/>
          </a:solidFill>
          <a:ln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34924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221224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11/5 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58698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生活中的磁鐵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54406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應用辨識、測驗 10 題、線上對戰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第 1 節｜磁鐵能吸引什麼？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46304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今天的三個任務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819656"/>
            <a:ext cx="118872" cy="118872"/>
          </a:xfrm>
          <a:prstGeom prst="ellipse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① 先猜一猜：哪些東西會被磁鐵吸住？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557015"/>
            <a:ext cx="118872" cy="118872"/>
          </a:xfrm>
          <a:prstGeom prst="ellipse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47472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② 動手實測，把結果記錄在學習單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5294375"/>
            <a:ext cx="118872" cy="118872"/>
          </a:xfrm>
          <a:prstGeom prst="ellipse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5212079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③ 找出規律：被吸住的東西有什麼共同點？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磁鐵藏在哪裡？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46304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這些東西裡面都有磁鐵</a:t>
            </a:r>
          </a:p>
        </p:txBody>
      </p:sp>
      <p:pic>
        <p:nvPicPr>
          <p:cNvPr id="7" name="Picture 6" descr="m1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6891"/>
            <a:ext cx="2478024" cy="2461336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1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2325983"/>
            <a:ext cx="2478024" cy="2023153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9" name="Picture 8" descr="m13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2406222"/>
            <a:ext cx="2478024" cy="186267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0" name="Picture 9" descr="m11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536" y="2275549"/>
            <a:ext cx="2478024" cy="212402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想一想：它們各自用磁鐵來做什麼？如果拿掉磁鐵，會發生什麼事？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先猜一猜，再動手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46304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你覺得哪幾個會被吸住？</a:t>
            </a:r>
          </a:p>
        </p:txBody>
      </p:sp>
      <p:pic>
        <p:nvPicPr>
          <p:cNvPr id="7" name="Picture 6" descr="m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05" y="1645920"/>
            <a:ext cx="1912732" cy="168249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0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263" y="1645920"/>
            <a:ext cx="2207800" cy="168249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9" name="Picture 8" descr="m0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041" y="1645919"/>
            <a:ext cx="2464629" cy="1682496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0" name="Picture 9" descr="m00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0" y="1645920"/>
            <a:ext cx="1682495" cy="168249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1" name="Picture 10" descr="m01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602385"/>
            <a:ext cx="2478024" cy="1536892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2" name="Picture 11" descr="m01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3921" y="3529584"/>
            <a:ext cx="2274485" cy="168249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3" name="Picture 12" descr="m01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344" y="4046572"/>
            <a:ext cx="2478024" cy="648518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4" name="Picture 13" descr="m02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0536" y="3582692"/>
            <a:ext cx="2478024" cy="1576278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橡皮擦・長尾夾・鐵釘・硬幣・迴紋針・塑膠尺・鐵湯匙・紙張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怎麼測才公平？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46304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每個人都用同樣的方法，結果才能比較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819656"/>
            <a:ext cx="118872" cy="118872"/>
          </a:xfrm>
          <a:prstGeom prst="ellipse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用「同一個」磁鐵來測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871215"/>
            <a:ext cx="118872" cy="118872"/>
          </a:xfrm>
          <a:prstGeom prst="ellipse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78892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磁鐵輕輕靠近就好，不要用力壓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922775"/>
            <a:ext cx="118872" cy="118872"/>
          </a:xfrm>
          <a:prstGeom prst="ellipse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840479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每一樣都測三次，結果一樣才算數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974336"/>
            <a:ext cx="118872" cy="118872"/>
          </a:xfrm>
          <a:prstGeom prst="ellipse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8920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被吸住 → 打「✓」；沒被吸住 → 打「✗」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實驗結果：分成兩堆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lang="zh-TW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✓ 會被吸住</a:t>
            </a:r>
          </a:p>
        </p:txBody>
      </p:sp>
      <p:pic>
        <p:nvPicPr>
          <p:cNvPr id="7" name="Picture 6" descr="m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167" y="2103120"/>
            <a:ext cx="1307881" cy="99669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559" y="2103120"/>
            <a:ext cx="1460024" cy="99669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9" name="Picture 8" descr="m0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591" y="3300983"/>
            <a:ext cx="1607032" cy="99669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0" name="Picture 9" descr="m01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3489431"/>
            <a:ext cx="2368296" cy="619801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00800" y="16002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lang="zh-TW">
                <a:solidFill>
                  <a:srgbClr val="2C5F8A"/>
                </a:solidFill>
                <a:latin typeface="微軟正黑體"/>
                <a:ea typeface="微軟正黑體"/>
                <a:cs typeface="微軟正黑體"/>
              </a:rPr>
              <a:t>✗ 不會被吸住</a:t>
            </a:r>
          </a:p>
        </p:txBody>
      </p:sp>
      <p:pic>
        <p:nvPicPr>
          <p:cNvPr id="12" name="Picture 11" descr="m00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405" y="2103120"/>
            <a:ext cx="1133085" cy="99669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3" name="Picture 12" descr="m00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6064" y="2103120"/>
            <a:ext cx="996695" cy="99669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4" name="Picture 13" descr="m01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1255" y="3300983"/>
            <a:ext cx="1347385" cy="99669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5" name="Picture 14" descr="m02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0973" y="3300983"/>
            <a:ext cx="1566877" cy="99669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822960" y="46177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長尾夾、鐵釘、迴紋針、鐵湯匙　｜　橡皮擦、硬幣、塑膠尺、紙張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你的那一組，結果也一樣嗎？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結論：磁鐵吸引鐵製品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被磁鐵吸住的物品，都是「鐵」做的。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099815"/>
            <a:ext cx="118872" cy="118872"/>
          </a:xfrm>
          <a:prstGeom prst="ellipse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1752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磁鐵吸引的是「鐵製品」，不是所有金屬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4014215"/>
            <a:ext cx="118872" cy="118872"/>
          </a:xfrm>
          <a:prstGeom prst="ellipse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93192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銅、鋁、金、銀做出來的東西，磁鐵吸不住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所以：看到金屬，不能直接說「會被吸」——要用磁鐵測過才知道。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常見迷思：硬幣是鐵做的嗎？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46304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摸起來又硬又冰，不代表是鐵</a:t>
            </a:r>
          </a:p>
        </p:txBody>
      </p:sp>
      <p:pic>
        <p:nvPicPr>
          <p:cNvPr id="7" name="Picture 6" descr="m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68296"/>
            <a:ext cx="1755648" cy="1755648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0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776" y="2368296"/>
            <a:ext cx="1755648" cy="1755648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9" name="Picture 8" descr="m06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601021"/>
            <a:ext cx="1755648" cy="1290197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766560" y="1828800"/>
            <a:ext cx="47548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1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臺灣的 1 元、5 元、10 元硬幣，</a:t>
            </a:r>
          </a:p>
          <a:p>
            <a:pPr algn="l">
              <a:lnSpc>
                <a:spcPct val="150000"/>
              </a:lnSpc>
            </a:pPr>
            <a:r>
              <a:rPr sz="21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主要是銅、鎳、鋅，</a:t>
            </a:r>
          </a:p>
          <a:p>
            <a:pPr algn="l">
              <a:lnSpc>
                <a:spcPct val="150000"/>
              </a:lnSpc>
            </a:pPr>
            <a:r>
              <a:rPr sz="21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不是鐵。</a:t>
            </a:r>
          </a:p>
          <a:p>
            <a:pPr algn="l">
              <a:lnSpc>
                <a:spcPct val="150000"/>
              </a:lnSpc>
            </a:pPr>
            <a:r>
              <a:rPr sz="21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21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所以磁鐵吸不住硬幣。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小提醒：上課一定要用真的磁鐵試一次，眼見為憑。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2-1・2-2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第 2 節｜磁力有多大？磁極在哪裡？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46304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今天的發現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819656"/>
            <a:ext cx="118872" cy="118872"/>
          </a:xfrm>
          <a:prstGeom prst="ellipse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磁鐵的「哪裡」吸力最強？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099815"/>
            <a:ext cx="118872" cy="118872"/>
          </a:xfrm>
          <a:prstGeom prst="ellipse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1752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距離遠一點，還吸得住嗎？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379975"/>
            <a:ext cx="118872" cy="118872"/>
          </a:xfrm>
          <a:prstGeom prst="ellipse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297679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每一塊磁鐵都有 N 極和 S 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磁鐵有很多種形狀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61417"/>
            <a:ext cx="2478024" cy="260844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7" name="Picture 6" descr="m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2232819"/>
            <a:ext cx="2478024" cy="211804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02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2700402"/>
            <a:ext cx="2478024" cy="118287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9" name="Picture 8" descr="m08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0025" y="1691640"/>
            <a:ext cx="2019044" cy="320040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9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長條形　｜　馬蹄形　｜　圓形　｜　環形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9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形狀不同，都是磁鐵，都同時有 N 極和 S 極。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磁力哪裡最強？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46304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用迴紋針來比一比</a:t>
            </a:r>
          </a:p>
        </p:txBody>
      </p:sp>
      <p:pic>
        <p:nvPicPr>
          <p:cNvPr id="7" name="Picture 6" descr="m0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01856"/>
            <a:ext cx="3191256" cy="2614206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09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84" y="1898691"/>
            <a:ext cx="3191256" cy="2420537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772400" y="1828800"/>
            <a:ext cx="38404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兩端（磁極）</a:t>
            </a:r>
          </a:p>
          <a:p>
            <a:pPr algn="l">
              <a:lnSpc>
                <a:spcPct val="150000"/>
              </a:lnSpc>
            </a:pPr>
            <a:r>
              <a:rPr sz="22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吸得最多、最牢。</a:t>
            </a:r>
          </a:p>
          <a:p>
            <a:pPr algn="l">
              <a:lnSpc>
                <a:spcPct val="150000"/>
              </a:lnSpc>
            </a:pPr>
            <a:r>
              <a:rPr sz="22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22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中間幾乎吸不住。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結論：磁鐵的磁力集中在兩端，我們把這兩端叫做「磁極」。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用鐵粉「看見」磁力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46304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鐵粉會被吸到磁力最強的地方</a:t>
            </a:r>
          </a:p>
        </p:txBody>
      </p:sp>
      <p:pic>
        <p:nvPicPr>
          <p:cNvPr id="7" name="Picture 6" descr="m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31605"/>
            <a:ext cx="2916936" cy="1720468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0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064" y="2299516"/>
            <a:ext cx="2916936" cy="1984646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132320" y="1920240"/>
            <a:ext cx="43891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鐵粉在磁鐵兩端</a:t>
            </a:r>
          </a:p>
          <a:p>
            <a:pPr algn="l">
              <a:lnSpc>
                <a:spcPct val="150000"/>
              </a:lnSpc>
            </a:pPr>
            <a:r>
              <a:rPr sz="22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聚得最多、最密。</a:t>
            </a:r>
          </a:p>
          <a:p>
            <a:pPr algn="l">
              <a:lnSpc>
                <a:spcPct val="150000"/>
              </a:lnSpc>
            </a:pPr>
            <a:r>
              <a:rPr sz="22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22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越往中間，鐵粉越少。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如果沒有鐵粉：把迴紋針排在桌上，慢慢把磁鐵靠近，也能看到一樣的現象。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距離越遠，磁力越弱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1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523" y="1691639"/>
            <a:ext cx="1408689" cy="301752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7" name="Picture 6" descr="m1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739" y="1691640"/>
            <a:ext cx="2574224" cy="301752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589520" y="2011680"/>
            <a:ext cx="39319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貼著吸：</a:t>
            </a:r>
          </a:p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一次吸起好幾根</a:t>
            </a:r>
          </a:p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拉遠一點：</a:t>
            </a:r>
          </a:p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吸到的變少了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動手做：把迴紋針排成一排，量量看磁鐵離多遠還吸得到。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隔著東西，還吸得住嗎？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磁鐵隔著紙、隔著書、隔著塑膠片，還是能吸引鐵製品。</a:t>
            </a:r>
          </a:p>
        </p:txBody>
      </p:sp>
      <p:pic>
        <p:nvPicPr>
          <p:cNvPr id="7" name="Picture 6" descr="m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512578"/>
            <a:ext cx="2060448" cy="1570203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0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576" y="3351555"/>
            <a:ext cx="2060448" cy="1892248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9" name="Picture 8" descr="m03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024" y="3108960"/>
            <a:ext cx="1890782" cy="237744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863840" y="3200400"/>
            <a:ext cx="3657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生活中的例子：</a:t>
            </a:r>
          </a:p>
          <a:p>
            <a:pPr algn="l">
              <a:lnSpc>
                <a:spcPct val="140000"/>
              </a:lnSpc>
            </a:pPr>
            <a:r>
              <a:rPr sz="18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冰箱門上的磁鐵</a:t>
            </a:r>
          </a:p>
          <a:p>
            <a:pPr algn="l">
              <a:lnSpc>
                <a:spcPct val="140000"/>
              </a:lnSpc>
            </a:pPr>
            <a:r>
              <a:rPr sz="18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隔著紙就把便條紙吸住。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每一塊磁鐵都有兩個磁極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46304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N 極和 S 極</a:t>
            </a:r>
          </a:p>
        </p:txBody>
      </p:sp>
      <p:pic>
        <p:nvPicPr>
          <p:cNvPr id="7" name="Picture 6" descr="m0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990087"/>
            <a:ext cx="2304288" cy="512064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06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416" y="1848298"/>
            <a:ext cx="2304288" cy="2795643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9" name="Picture 8" descr="m09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2296474"/>
            <a:ext cx="2304288" cy="1899291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503920" y="1920240"/>
            <a:ext cx="29260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N 極</a:t>
            </a:r>
          </a:p>
          <a:p>
            <a:pPr algn="l">
              <a:lnSpc>
                <a:spcPct val="130000"/>
              </a:lnSpc>
            </a:pPr>
            <a:r>
              <a:rPr sz="20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S 極</a:t>
            </a:r>
          </a:p>
          <a:p>
            <a:pPr algn="l">
              <a:lnSpc>
                <a:spcPct val="130000"/>
              </a:lnSpc>
            </a:pPr>
            <a:r>
              <a:rPr sz="20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斷成兩半，</a:t>
            </a:r>
          </a:p>
          <a:p>
            <a:pPr algn="l">
              <a:lnSpc>
                <a:spcPct val="130000"/>
              </a:lnSpc>
            </a:pPr>
            <a:r>
              <a:rPr sz="20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還是各有 N、S。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把磁鐵吊起來自由轉動，停下來時：N 極指北、S 極指南。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一起把磁極標出來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46304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N 塗紅色、S 塗藍色</a:t>
            </a:r>
          </a:p>
        </p:txBody>
      </p:sp>
      <p:pic>
        <p:nvPicPr>
          <p:cNvPr id="7" name="Picture 6" descr="m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24873"/>
            <a:ext cx="2478024" cy="2042492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1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2224873"/>
            <a:ext cx="2478024" cy="2042492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9" name="Picture 8" descr="m1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691640"/>
            <a:ext cx="2331720" cy="310896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0" name="Picture 9" descr="m1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536" y="1742906"/>
            <a:ext cx="2478024" cy="3006426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注意：同一種形狀的磁鐵，N、S 的方向可能不一樣，要看標示。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第 3 節｜同極相斥、異極相吸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46304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今天要玩的兩件事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819656"/>
            <a:ext cx="118872" cy="118872"/>
          </a:xfrm>
          <a:prstGeom prst="ellipse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把兩個磁極靠在一起，看看會發生什麼事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099815"/>
            <a:ext cx="118872" cy="118872"/>
          </a:xfrm>
          <a:prstGeom prst="ellipse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1752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做一個會自己轉、指出南北的磁鐵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同極相斥、異極相吸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0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79560"/>
            <a:ext cx="3282696" cy="1441678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7" name="Picture 6" descr="m09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2882496"/>
            <a:ext cx="3282696" cy="635806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955279" y="1783080"/>
            <a:ext cx="36576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N－N 互推</a:t>
            </a:r>
          </a:p>
          <a:p>
            <a:pPr algn="l">
              <a:lnSpc>
                <a:spcPct val="150000"/>
              </a:lnSpc>
            </a:pPr>
            <a:r>
              <a:rPr sz="22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S－S 互推</a:t>
            </a:r>
          </a:p>
          <a:p>
            <a:pPr algn="l">
              <a:lnSpc>
                <a:spcPct val="150000"/>
              </a:lnSpc>
            </a:pPr>
            <a:r>
              <a:rPr sz="22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N－S 相吸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834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口訣：相同的推開，不同的黏在一起。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相斥也能做事：磁力小車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0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62135"/>
            <a:ext cx="3099816" cy="2167969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7" name="Picture 6" descr="m09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261" y="1691640"/>
            <a:ext cx="1873180" cy="310896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498079" y="1828800"/>
            <a:ext cx="40233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把兩台小車的磁鐵</a:t>
            </a:r>
          </a:p>
          <a:p>
            <a:pPr algn="l">
              <a:lnSpc>
                <a:spcPct val="145000"/>
              </a:lnSpc>
            </a:pPr>
            <a:r>
              <a:rPr sz="20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「同極」相對，</a:t>
            </a:r>
          </a:p>
          <a:p>
            <a:pPr algn="l">
              <a:lnSpc>
                <a:spcPct val="145000"/>
              </a:lnSpc>
            </a:pPr>
            <a:r>
              <a:rPr sz="20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車子會被推開。</a:t>
            </a:r>
          </a:p>
          <a:p>
            <a:pPr algn="l">
              <a:lnSpc>
                <a:spcPct val="145000"/>
              </a:lnSpc>
            </a:pPr>
            <a:r>
              <a:rPr sz="20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20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這就是磁浮列車的原理。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磁鐵會指南北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5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把磁鐵吊起來、</a:t>
            </a:r>
          </a:p>
          <a:p>
            <a:pPr algn="l">
              <a:lnSpc>
                <a:spcPct val="145000"/>
              </a:lnSpc>
            </a:pPr>
            <a:r>
              <a:rPr sz="25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或放在水面上讓它自由轉動，</a:t>
            </a:r>
          </a:p>
          <a:p>
            <a:pPr algn="l">
              <a:lnSpc>
                <a:spcPct val="145000"/>
              </a:lnSpc>
            </a:pPr>
            <a:r>
              <a:rPr sz="25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停下來時會指向南北。</a:t>
            </a:r>
          </a:p>
        </p:txBody>
      </p:sp>
      <p:pic>
        <p:nvPicPr>
          <p:cNvPr id="7" name="Picture 6" descr="m1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865" y="4023360"/>
            <a:ext cx="1432005" cy="173736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1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849" y="4023360"/>
            <a:ext cx="1432005" cy="173736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589520" y="2194560"/>
            <a:ext cx="38404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指南針</a:t>
            </a:r>
          </a:p>
          <a:p>
            <a:pPr algn="l">
              <a:lnSpc>
                <a:spcPct val="150000"/>
              </a:lnSpc>
            </a:pPr>
            <a:r>
              <a:rPr sz="20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裡面的指針</a:t>
            </a:r>
          </a:p>
          <a:p>
            <a:pPr algn="l">
              <a:lnSpc>
                <a:spcPct val="150000"/>
              </a:lnSpc>
            </a:pPr>
            <a:r>
              <a:rPr sz="20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就是一塊小磁鐵。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第 4 節｜生活中的磁鐵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46304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找一找：磁鐵藏在哪裡？</a:t>
            </a:r>
          </a:p>
        </p:txBody>
      </p:sp>
      <p:pic>
        <p:nvPicPr>
          <p:cNvPr id="7" name="Picture 6" descr="m1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13256"/>
            <a:ext cx="1584959" cy="1574286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1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088" y="2500376"/>
            <a:ext cx="1584960" cy="1400048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9" name="Picture 8" descr="m1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216" y="2690799"/>
            <a:ext cx="1584960" cy="101920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0" name="Picture 9" descr="m13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2159709"/>
            <a:ext cx="1584960" cy="2081381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1" name="Picture 10" descr="m13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7472" y="2604710"/>
            <a:ext cx="1584960" cy="1191379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2" name="Picture 11" descr="m11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3600" y="2553388"/>
            <a:ext cx="1584959" cy="1294022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22960" y="4983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門擋・鉛筆盒・櫃子門扣・磁性綁帶・冰箱磁條・黑板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想一想：它用磁鐵解決了什麼問題？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哪些玩具有磁鐵？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有磁鐵</a:t>
            </a:r>
          </a:p>
        </p:txBody>
      </p:sp>
      <p:pic>
        <p:nvPicPr>
          <p:cNvPr id="7" name="Picture 6" descr="m1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14408"/>
            <a:ext cx="1138428" cy="1006223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1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404" y="2702052"/>
            <a:ext cx="1138428" cy="630936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9" name="Picture 8" descr="m12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2539982"/>
            <a:ext cx="1138428" cy="95507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0" name="Picture 9" descr="m12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292" y="2586678"/>
            <a:ext cx="1138428" cy="861683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309360" y="1572768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2C5F8A"/>
                </a:solidFill>
                <a:latin typeface="微軟正黑體"/>
                <a:ea typeface="微軟正黑體"/>
                <a:cs typeface="微軟正黑體"/>
              </a:rPr>
              <a:t>沒有磁鐵</a:t>
            </a:r>
          </a:p>
        </p:txBody>
      </p:sp>
      <p:pic>
        <p:nvPicPr>
          <p:cNvPr id="12" name="Picture 11" descr="m12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345096"/>
            <a:ext cx="1161288" cy="1344846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3" name="Picture 12" descr="m12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8664" y="2559736"/>
            <a:ext cx="1161288" cy="915566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4" name="Picture 13" descr="m12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7968" y="2596912"/>
            <a:ext cx="1161288" cy="84121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5" name="Picture 14" descr="m14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7272" y="2629701"/>
            <a:ext cx="1161288" cy="775636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zh-TW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磁鐵釣魚・磁力火車・磁鐵飛鏢・磁鐵跳棋　｜　風車・風箏・陀螺・飛盤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特別注意：膠帶黏頭髮是「靜電」，不是磁力。</a:t>
            </a:r>
          </a:p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磁鐵只吸引鐵製品，不會吸引頭髮、紙屑。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統整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磁鐵三件事，你記得了嗎？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773936"/>
            <a:ext cx="118872" cy="118872"/>
          </a:xfrm>
          <a:prstGeom prst="ellipse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6916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① 磁鐵吸引鐵製品（不是所有金屬）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825496"/>
            <a:ext cx="118872" cy="118872"/>
          </a:xfrm>
          <a:prstGeom prst="ellipse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74320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② 兩端磁力最強，有 N 極和 S 極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877056"/>
            <a:ext cx="118872" cy="118872"/>
          </a:xfrm>
          <a:prstGeom prst="ellipse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7947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③ 同極相斥、異極相吸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挑戰：打開教學網頁，做 10 題測驗，再找同學兩人對戰！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磁鐵好好玩｜翰林三上自然 第2單元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